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07060" y="295275"/>
            <a:ext cx="10860405" cy="7430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/>
              <a:t>开始前将手机关机，身份证明材料共同置于座位号旁边</a:t>
            </a:r>
            <a:endParaRPr lang="zh-CN" altLang="en-US" sz="280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/>
              <a:t>考试期间参赛成员</a:t>
            </a:r>
            <a:r>
              <a:rPr lang="zh-CN" altLang="en-US" sz="2800" b="1">
                <a:solidFill>
                  <a:srgbClr val="FF0000"/>
                </a:solidFill>
              </a:rPr>
              <a:t>不允许以任何形式与任何队伍成员外的其他人交流</a:t>
            </a:r>
            <a:endParaRPr lang="zh-CN" altLang="en-US" sz="2800" b="1">
              <a:solidFill>
                <a:srgbClr val="FF0000"/>
              </a:solidFill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b="1">
                <a:solidFill>
                  <a:srgbClr val="FF0000"/>
                </a:solidFill>
              </a:rPr>
              <a:t>不得使用任何通讯软件</a:t>
            </a:r>
            <a:r>
              <a:rPr lang="zh-CN" altLang="en-US" sz="2800"/>
              <a:t>（QQ、微信、电子邮件）</a:t>
            </a:r>
            <a:endParaRPr lang="zh-CN" altLang="en-US" sz="280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/>
              <a:t>考试期间</a:t>
            </a:r>
            <a:r>
              <a:rPr lang="zh-CN" altLang="en-US" sz="2800" b="1">
                <a:solidFill>
                  <a:srgbClr val="FF0000"/>
                </a:solidFill>
              </a:rPr>
              <a:t>不得使用网络搜索</a:t>
            </a:r>
            <a:endParaRPr lang="zh-CN" altLang="en-US" sz="280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/>
              <a:t>使用U盘需举手示意，在监考监督下使用</a:t>
            </a:r>
            <a:endParaRPr lang="zh-CN" altLang="en-US" sz="280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/>
              <a:t>考试时间为1</a:t>
            </a:r>
            <a:r>
              <a:rPr lang="en-US" altLang="zh-CN" sz="2800"/>
              <a:t>1</a:t>
            </a:r>
            <a:r>
              <a:rPr lang="zh-CN" altLang="en-US" sz="2800"/>
              <a:t>:00-</a:t>
            </a:r>
            <a:r>
              <a:rPr lang="zh-CN" altLang="en-US" sz="2800" b="1">
                <a:solidFill>
                  <a:srgbClr val="FF0000"/>
                </a:solidFill>
              </a:rPr>
              <a:t>1</a:t>
            </a:r>
            <a:r>
              <a:rPr lang="en-US" altLang="zh-CN" sz="2800" b="1">
                <a:solidFill>
                  <a:srgbClr val="FF0000"/>
                </a:solidFill>
              </a:rPr>
              <a:t>7</a:t>
            </a:r>
            <a:r>
              <a:rPr lang="zh-CN" altLang="en-US" sz="2800" b="1">
                <a:solidFill>
                  <a:srgbClr val="FF0000"/>
                </a:solidFill>
              </a:rPr>
              <a:t>:</a:t>
            </a:r>
            <a:r>
              <a:rPr lang="en-US" altLang="zh-CN" sz="2800" b="1">
                <a:solidFill>
                  <a:srgbClr val="FF0000"/>
                </a:solidFill>
              </a:rPr>
              <a:t>0</a:t>
            </a:r>
            <a:r>
              <a:rPr lang="zh-CN" altLang="en-US" sz="2800" b="1">
                <a:solidFill>
                  <a:srgbClr val="FF0000"/>
                </a:solidFill>
              </a:rPr>
              <a:t>0</a:t>
            </a:r>
            <a:r>
              <a:rPr lang="zh-CN" altLang="en-US" sz="2800"/>
              <a:t>，考试结束系统将关闭，</a:t>
            </a:r>
            <a:r>
              <a:rPr lang="zh-CN" altLang="en-US" sz="2800" b="1">
                <a:solidFill>
                  <a:srgbClr val="FF0000"/>
                </a:solidFill>
              </a:rPr>
              <a:t>请在考试结束前完成作品提交</a:t>
            </a:r>
            <a:endParaRPr lang="zh-CN" altLang="en-US" sz="280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/>
              <a:t>有任何问题举手示意监考，赛题问题请说明赛题几（例：数字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endParaRPr lang="zh-CN" altLang="en-US" sz="28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NjMyYjE3Zjc1ZDE0MTNmNGFhYzExYjVhMWQyNDdmNzA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WPS 演示</Application>
  <PresentationFormat>宽屏</PresentationFormat>
  <Paragraphs>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张瑞德</cp:lastModifiedBy>
  <cp:revision>158</cp:revision>
  <dcterms:created xsi:type="dcterms:W3CDTF">2019-06-19T02:08:00Z</dcterms:created>
  <dcterms:modified xsi:type="dcterms:W3CDTF">2023-08-01T11:30:56Z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ICV">
    <vt:lpwstr>7B6266360CBD4AC9BA88B6217B58BE3F_11</vt:lpwstr>
  </property>
</Properties>
</file>